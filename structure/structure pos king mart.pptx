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89E61-B4D8-9898-79C9-F69DF8A3B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23B6AA-6127-C17A-4159-720F3448E6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A8BDE-493F-89BF-DF9F-4EF28B2F8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AFEB-5CF7-4917-A11C-6912250E7541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2FD8B-76B8-6F41-7ED5-F47B534B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6A97D-A32D-C26A-BE4C-ACC19D0C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4D77-94A6-4D4C-A22C-B3ED0BCB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9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F3ECD-F345-1812-E503-AFEF298F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33D29-89AE-C352-2DE9-05276117E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9DC4D-34C7-22E2-16AB-9F59A42CE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AFEB-5CF7-4917-A11C-6912250E7541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92B5B-8CDF-5A4E-C255-804BAD72E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DA3A5-29D4-9876-3FBA-DB44E0A0A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4D77-94A6-4D4C-A22C-B3ED0BCB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79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A5F-D853-B8A0-0376-D1D3FF333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E5AC3-D36D-5A2D-7D18-9015610F7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9C4D1-A3F8-7CD0-6B93-CB66BDDED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AFEB-5CF7-4917-A11C-6912250E7541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DEBC5-F745-89BC-E5A1-66B300970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DD50A-5CE9-511D-C9B6-4D7AE2D65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4D77-94A6-4D4C-A22C-B3ED0BCB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9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8153C-C633-5261-BE0A-FEAC3A39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49053-2936-E219-8E78-4B1568122B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1A9DB-B64D-3E49-C9B9-A15D6E51B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A810E-6AF3-4FDB-128D-68E8E0B89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AFEB-5CF7-4917-A11C-6912250E7541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264B31-F3CB-DD9D-FC64-7599FC834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9AC44-5830-588B-C46C-ABB91AFD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4D77-94A6-4D4C-A22C-B3ED0BCB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3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25F37-9497-51B1-217D-E35636B36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53074-F652-2B26-6B96-B7BEB8575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D7490-8ACF-9822-0C12-01599B390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F37820-25E8-1A32-D8FC-4E5B4E388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56EC41-23FC-96E2-1122-67ABD18C0D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3C782-3455-5E34-D954-0FC632A83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AFEB-5CF7-4917-A11C-6912250E7541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3359D-2DA4-6EC4-0D24-8911AE29B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4B0600-DD4A-0267-150F-4862FFADB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4D77-94A6-4D4C-A22C-B3ED0BCB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05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9591A-51E0-A507-38AF-069F38AED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F92066-2301-45D3-B399-7E6982253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AFEB-5CF7-4917-A11C-6912250E7541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48691-D899-09A7-6EAD-BC0196E21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1D792-0A8F-2D20-FE1E-E42E4B31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4D77-94A6-4D4C-A22C-B3ED0BCB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25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AE6D3A-335B-1342-0F86-6167F0479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AFEB-5CF7-4917-A11C-6912250E7541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89DF97-80D2-D78C-24CE-2E7B281AF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A5960-E401-A9EE-C726-C59C5578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4D77-94A6-4D4C-A22C-B3ED0BCB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20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5D52-E362-4068-FEB1-A40C74599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2F6FD-93F6-27DB-B6CE-0510F2834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E4B2C6-6604-18EF-6706-A0559FB26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E3158-2933-63FA-58EE-E8A8EDAD2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AFEB-5CF7-4917-A11C-6912250E7541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A50E0-1F0E-C25A-8F51-DCD0C8768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7E69A0-3E38-B9F7-7D6A-5CC342C43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4D77-94A6-4D4C-A22C-B3ED0BCB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34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6F33E-3C80-0FB8-ECF7-4767CB0B6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D0367D-2853-5608-5E01-D968B2735A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0D3DD-A80A-5A2E-0149-C11DC775A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C6D51-A461-BF12-4FE2-F3238AF16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AFEB-5CF7-4917-A11C-6912250E7541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C851F-4C25-DDC6-3666-D1F6CA77E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F8BB5-BA1D-20A4-E246-9ABE24403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4D77-94A6-4D4C-A22C-B3ED0BCB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3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57701-19DA-CFD7-6BDC-BE7DF7275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88A1F-0DC5-FF3D-FE1B-C302A9A9F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5FF28-97AE-F1B9-BD15-4A06CC7B5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AFEB-5CF7-4917-A11C-6912250E7541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BB9A2-6854-C7AD-6CB8-25DB6F258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55568-EE10-E664-B81F-F490DAAB6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4D77-94A6-4D4C-A22C-B3ED0BCB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7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28DF9D-76A4-EA36-9F08-E02277091F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AAC91-F36D-6BD3-4858-7A4F96014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2886F-B6FE-3911-101E-77BAEB674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9AFEB-5CF7-4917-A11C-6912250E7541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7C17E-253B-455E-0787-500939B00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D9E48-2189-56F3-9881-1A0E567C2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74D77-94A6-4D4C-A22C-B3ED0BCB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31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72F143-58A4-376E-BC01-09D95160F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273A32-78E2-CAB7-34F5-EAF1D1989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6D84E-E39A-B669-2198-359CFAD452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AFEB-5CF7-4917-A11C-6912250E7541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2D918-49B0-DFB1-E37A-D94730C2EA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D95BC-897A-C24B-A689-D7CB5D185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074D77-94A6-4D4C-A22C-B3ED0BCB16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4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9FD810-A5C5-FA35-784A-A3DE065FE1A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996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Project Gradle Spring Boot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1F70D3-EAA7-5F3A-69DC-8EFDFC21C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41" y="1082886"/>
            <a:ext cx="1709730" cy="445837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941713A-B506-ED77-5766-E7E7A59132BB}"/>
              </a:ext>
            </a:extLst>
          </p:cNvPr>
          <p:cNvSpPr/>
          <p:nvPr/>
        </p:nvSpPr>
        <p:spPr>
          <a:xfrm>
            <a:off x="1005839" y="1691640"/>
            <a:ext cx="1536193" cy="37490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AA656-1643-D7E0-D32E-0B16F81D7F90}"/>
              </a:ext>
            </a:extLst>
          </p:cNvPr>
          <p:cNvSpPr txBox="1"/>
          <p:nvPr/>
        </p:nvSpPr>
        <p:spPr>
          <a:xfrm>
            <a:off x="3108960" y="1082886"/>
            <a:ext cx="8769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m-KH" sz="1200" dirty="0">
                <a:latin typeface="Khmer OS Content" panose="02000500000000020004" pitchFamily="2" charset="0"/>
                <a:cs typeface="Khmer OS Content" panose="02000500000000020004" pitchFamily="2" charset="0"/>
              </a:rPr>
              <a:t>រាល់</a:t>
            </a:r>
            <a:r>
              <a:rPr lang="km-KH" sz="1400" dirty="0">
                <a:latin typeface="Khmer OS Content" panose="02000500000000020004" pitchFamily="2" charset="0"/>
                <a:cs typeface="Khmer OS Content" panose="02000500000000020004" pitchFamily="2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</a:t>
            </a:r>
            <a:r>
              <a:rPr lang="en-US" sz="1400" dirty="0">
                <a:latin typeface="Khmer OS Content" panose="02000500000000020004" pitchFamily="2" charset="0"/>
                <a:cs typeface="Khmer OS Content" panose="02000500000000020004" pitchFamily="2" charset="0"/>
              </a:rPr>
              <a:t> </a:t>
            </a:r>
            <a:r>
              <a:rPr lang="km-KH" sz="1200" dirty="0">
                <a:latin typeface="Khmer OS Content" panose="02000500000000020004" pitchFamily="2" charset="0"/>
                <a:cs typeface="Khmer OS Content" panose="02000500000000020004" pitchFamily="2" charset="0"/>
              </a:rPr>
              <a:t>ទាំងអស់ត្រូវសរសេរនៅក្នុង</a:t>
            </a:r>
            <a:r>
              <a:rPr lang="en-US" sz="1200" dirty="0">
                <a:latin typeface="Khmer OS Content" panose="02000500000000020004" pitchFamily="2" charset="0"/>
                <a:cs typeface="Khmer OS Content" panose="02000500000000020004" pitchFamily="2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/main/java/com/example/pos</a:t>
            </a:r>
          </a:p>
        </p:txBody>
      </p:sp>
    </p:spTree>
    <p:extLst>
      <p:ext uri="{BB962C8B-B14F-4D97-AF65-F5344CB8AC3E}">
        <p14:creationId xmlns:p14="http://schemas.microsoft.com/office/powerpoint/2010/main" val="1691955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308E95-7814-1372-992A-5030DB7179AD}"/>
              </a:ext>
            </a:extLst>
          </p:cNvPr>
          <p:cNvSpPr txBox="1"/>
          <p:nvPr/>
        </p:nvSpPr>
        <p:spPr>
          <a:xfrm>
            <a:off x="914400" y="466344"/>
            <a:ext cx="8796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 authentication config register and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loing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8D2E0E-6056-998E-DA41-C71B699DD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312" y="1118387"/>
            <a:ext cx="1781424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30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157C8-98F2-B3C4-C121-27AB36EC7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311AA-A315-C076-2365-97F108A74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8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E0E31-2E38-7F5E-6A7F-5D98BF45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1EBC7-B0AD-9AC5-2B52-AD4562EC3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9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31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Khmer OS Content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MOBILE-APP.02</dc:creator>
  <cp:lastModifiedBy>MOBILE-APP.02</cp:lastModifiedBy>
  <cp:revision>4</cp:revision>
  <dcterms:created xsi:type="dcterms:W3CDTF">2024-11-08T02:03:25Z</dcterms:created>
  <dcterms:modified xsi:type="dcterms:W3CDTF">2024-11-08T02:23:10Z</dcterms:modified>
</cp:coreProperties>
</file>